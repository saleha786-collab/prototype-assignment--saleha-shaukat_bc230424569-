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785161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785161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1785161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1785161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6f83aa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6f83aa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5a435c724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5a435c724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5a435c724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5a435c724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a435c724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a435c724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5a435c72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5a435c72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1785161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1785161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5a435c724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5a435c724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5a435c72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5a435c72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5a435c72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5a435c72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5a435c724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5a435c72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4cf740b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4cf740b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4cf740b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4cf740b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5a435c72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5a435c72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5a435c724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5a435c72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leha786-collab/Prototype-Assignment--Saleha-Shaukat_BC230424569-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94250" y="1423650"/>
            <a:ext cx="6447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Chatbot Development using Dialogflow</a:t>
            </a:r>
            <a:endParaRPr sz="4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2358619"/>
            <a:ext cx="5361300" cy="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Saleha Shaukat</a:t>
            </a:r>
            <a:endParaRPr sz="14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Group ID: F24PROJECT38A67</a:t>
            </a:r>
            <a:r>
              <a:rPr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(BC230424569)</a:t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238150" y="1296625"/>
            <a:ext cx="6741300" cy="16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      </a:t>
            </a:r>
            <a:r>
              <a:rPr lang="en" sz="164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https://github.com/Saleha786-collab/Prototype-Assignment--Saleha-Shaukat_BC230424569-.git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 March 2025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Abdullah Qamar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sz="2400"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21825" y="122535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chatbot is designed to enhance customer service for a restaurant by automating responses to common customer inquiries, reducing wait times, and providing real-time order updates and product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 Closure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Management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2: Explanation of Features</a:t>
            </a:r>
            <a:endParaRPr sz="24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749100" y="129080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greets users with a friendly message to set a welcoming tone for the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check their order status in real-time, with updates on delivery or pickup times for better transparency.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answers common questions about the product stock and product price,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providing quick and easy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38375" y="913350"/>
            <a:ext cx="75057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complex issues, users can create support tickets that are escalated to human agents for further assistance.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Conversation Closure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chatbot politely ends conversations, ensuring users feel satisfied and informed before closing the interaction.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will register and log in, with role-based access control to provide different user types with appropriate permissions.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Profile Management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can manage their profiles (view and update personal information), and the chatbot will retrieve relevant user data based on their profile.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64590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3: Database Schema</a:t>
            </a:r>
            <a:endParaRPr sz="2400"/>
          </a:p>
        </p:txBody>
      </p:sp>
      <p:sp>
        <p:nvSpPr>
          <p:cNvPr id="158" name="Google Shape;158;p18"/>
          <p:cNvSpPr txBox="1"/>
          <p:nvPr>
            <p:ph idx="2" type="body"/>
          </p:nvPr>
        </p:nvSpPr>
        <p:spPr>
          <a:xfrm>
            <a:off x="466325" y="1550600"/>
            <a:ext cx="55392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database is structured to support multiple functionalities.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Users, Orders, Products, Support Tickets.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Constraints: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data consistency and proper relationships.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 Explanation: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how the tables link (e.g., Orders linked to Users, Products linked to Orders).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275" y="927700"/>
            <a:ext cx="2774594" cy="328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4: Dialogflow Integration </a:t>
            </a:r>
            <a:endParaRPr sz="25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>
            <p:ph idx="2" type="body"/>
          </p:nvPr>
        </p:nvSpPr>
        <p:spPr>
          <a:xfrm>
            <a:off x="819150" y="17063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 and Entities: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Group user queries (e.g., order status, product inquiry).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Entities: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specific details (e.g., product name, order ID).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Design: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user input is mapped to chatbot actions.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667175" y="738850"/>
            <a:ext cx="5487600" cy="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5: Chatbot Flow - Greeting &amp; Onboarding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>
            <p:ph idx="2" type="body"/>
          </p:nvPr>
        </p:nvSpPr>
        <p:spPr>
          <a:xfrm>
            <a:off x="556475" y="1719325"/>
            <a:ext cx="53916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“Hello,” “Hi,” “Hey”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“Hello! Welcome to [Restaurant Name]. How can I assist you today?”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no input after a few seconds, prompt user again.</a:t>
            </a:r>
            <a:endParaRPr sz="5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225" y="415150"/>
            <a:ext cx="2657775" cy="39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6: Chatbot Flow - Main Menu / Intent Identification</a:t>
            </a:r>
            <a:endParaRPr b="1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idx="2" type="body"/>
          </p:nvPr>
        </p:nvSpPr>
        <p:spPr>
          <a:xfrm>
            <a:off x="819150" y="1706300"/>
            <a:ext cx="58599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“I want to check my order status,” “Product price?”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order ID or product details.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Identifies the user's intent and routes them to the relevant flow (Order Status, Product Info, Support).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794525" y="4925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7: Order Status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>
            <p:ph idx="2" type="body"/>
          </p:nvPr>
        </p:nvSpPr>
        <p:spPr>
          <a:xfrm>
            <a:off x="684625" y="1139725"/>
            <a:ext cx="53949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check my order status.”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“Where is my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order is delayed.”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“Order status?”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Details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“Sure! Let me check your order status. Could you please provide your Order ID or email address associated with the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and Displays Order Status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uses the provided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ID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retrieve order information from the database.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“Your order is currently [Order Status]. Expected delivery time is [Time]. Is there anything else I can help you with?”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-12422" r="0" t="0"/>
          <a:stretch/>
        </p:blipFill>
        <p:spPr>
          <a:xfrm>
            <a:off x="5816675" y="607175"/>
            <a:ext cx="2791750" cy="37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638375" y="913350"/>
            <a:ext cx="76335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User's Response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1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the conversation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“No, that’s all.”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“Thank you for using our service! Have a great day.”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2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another question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“I have another question.”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Routes the conversation to the appropriate flow (e.g.,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Inquiry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474625"/>
            <a:ext cx="4849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8: Product Information Flow</a:t>
            </a:r>
            <a:endParaRPr sz="2400"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778150" y="948825"/>
            <a:ext cx="48168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question about a product.”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“Is product X in stock?”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”How much is product Y?”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Requests Product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"Which product would you like to know more about?"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Specifies Product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 want to know if the [Product Name] is in stock."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Product Data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In Stock: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350" y="1047350"/>
            <a:ext cx="2384876" cy="368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2026200"/>
            <a:ext cx="7505700" cy="24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Confirmation &amp; Next Step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 User Responses: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add to my cart: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"Great! It’s in your cart. Anything else you need?" → Return to Main Menu or end conversation.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just checking: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"Understood. Anything else I can help you with?" → Return to Main Menu.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879750" y="679550"/>
            <a:ext cx="71325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"The [Product Name] is currently available/in stock. It costs [Price]. Would you like to add it to your cart?"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If Out of Stock: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"Currently, the [Product Name] is out of stock. Would you like me to notify you when it’s back?"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19150" y="476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9: Technical Support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630850" y="977325"/>
            <a:ext cx="51858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device is not working.”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need help with my account.”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technical issue.”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Gathers Issue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"Could you please describe the issue you're facing?"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Describes the Issue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"My device won’t turn on."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Troubleshoots or Escalates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"I’m sorry to hear that. Let’s try some basic troubleshooting steps. Have you tried resetting the device by holding the power button for 10 seconds?"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475" y="581025"/>
            <a:ext cx="2766001" cy="412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553225" y="913350"/>
            <a:ext cx="78252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Response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"Thanks, it works now!"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Not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"Still not working."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"I’ll create a support ticket for further assistance. Can you confirm your email address and preferred contact method?"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Confirms Ticket Creation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"Your ticket has been created. Our support team will reach out within 24 hours. Is there anything else you need?"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553225" y="496700"/>
            <a:ext cx="7825200" cy="4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10: Table Reservation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book a table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reserve a table.”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questions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date?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time?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How many people?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answers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“26 March, 6pm, 2 people.”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if the info is correct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Checks date, time, and number of guests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booking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gives a confirmation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“Your table is booked for 2 people on 26 March at 6pm.”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900" y="609475"/>
            <a:ext cx="2379774" cy="35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553225" y="528250"/>
            <a:ext cx="7825200" cy="4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11: Order taking flow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order something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“I want to order mango juice.”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quantity (if missing)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“How many units would you like?”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tells the quantity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“2”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product availability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continue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of stock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inform the user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Creates a new order with product and quantity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confirms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“Your order for 2 mango juice is confirmed. Order ID: 7”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078" y="609000"/>
            <a:ext cx="2690825" cy="39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658975" y="415625"/>
            <a:ext cx="5543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12: Closing Conversation Flow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713700" y="1011500"/>
            <a:ext cx="4536300" cy="3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"Bye"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"No, thank you"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"That’s all"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"Thank you for chatting with us today! Have a great day!"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user explicitly says goodbye or indicates no further questions, the chatbot will end the conversation gracefully.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875" y="906375"/>
            <a:ext cx="2529050" cy="381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773950" y="514175"/>
            <a:ext cx="52644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13: Error Handling &amp; Fallbacks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713700" y="1167500"/>
            <a:ext cx="5776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Unrecognized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“Sorry, I didn’t understand. Could you rephrase?”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Intents Detected: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Clarify which question to address first.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misformatted data (e.g., invalid order ID).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950" y="1087450"/>
            <a:ext cx="2279117" cy="33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idx="2" type="body"/>
          </p:nvPr>
        </p:nvSpPr>
        <p:spPr>
          <a:xfrm>
            <a:off x="4951500" y="802450"/>
            <a:ext cx="3444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14: Future Work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Completing the remaining features and polishing the 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Plans to expand chatbot functionality (e.g., adding more intents, improving support features).</a:t>
            </a:r>
            <a:endParaRPr/>
          </a:p>
        </p:txBody>
      </p:sp>
      <p:pic>
        <p:nvPicPr>
          <p:cNvPr id="251" name="Google Shape;251;p32"/>
          <p:cNvPicPr preferRelativeResize="0"/>
          <p:nvPr/>
        </p:nvPicPr>
        <p:blipFill rotWithShape="1">
          <a:blip r:embed="rId3">
            <a:alphaModFix/>
          </a:blip>
          <a:srcRect b="12337" l="0" r="0" t="12344"/>
          <a:stretch/>
        </p:blipFill>
        <p:spPr>
          <a:xfrm>
            <a:off x="701875" y="540000"/>
            <a:ext cx="3594523" cy="406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