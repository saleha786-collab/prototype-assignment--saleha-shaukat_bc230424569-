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c6f83aa9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c6f83aa9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c6f83aa9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c6f83aa9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5a435c724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5a435c724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c6f83aa9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c6f83aa9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35a435c724_0_1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35a435c724_0_1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5a435c724_0_1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5a435c724_0_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35a435c724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35a435c724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35a435c724_0_1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35a435c724_0_1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35a435c724_0_1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35a435c724_0_1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35a435c724_0_1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35a435c724_0_1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5a435c724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5a435c724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35a435c724_0_1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35a435c724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5a435c724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35a435c724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5a435c724_0_1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35a435c724_0_1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c6f83aa91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c6f83aa9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Saleha786-collab/Prototype-Assignment--Saleha-Shaukat_BC230424569-.g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494250" y="1423650"/>
            <a:ext cx="6447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Chatbot Development using Dialogflow</a:t>
            </a:r>
            <a:endParaRPr sz="475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2358619"/>
            <a:ext cx="5361300" cy="8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lang="en" sz="144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Saleha Shaukat</a:t>
            </a:r>
            <a:endParaRPr sz="144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Group ID: F24PROJECT38A67</a:t>
            </a:r>
            <a:r>
              <a:rPr lang="en" sz="1440">
                <a:solidFill>
                  <a:srgbClr val="212529"/>
                </a:solidFill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(BC230424569)</a:t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440">
              <a:solidFill>
                <a:srgbClr val="212529"/>
              </a:solidFill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1238150" y="1296625"/>
            <a:ext cx="6741300" cy="16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GitHub link:       </a:t>
            </a:r>
            <a:r>
              <a:rPr lang="en" sz="16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https://github.com/Saleha786-collab/Prototype-Assignment--Saleha-Shaukat_BC230424569-.git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13 March 2025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Supervisor: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Abdullah Qamar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606625" y="688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1: </a:t>
            </a: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Introduction:</a:t>
            </a:r>
            <a:endParaRPr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525450" y="1541550"/>
            <a:ext cx="4524000" cy="23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Purpose:</a:t>
            </a: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This chatbot is designed to enhance customer service for a restaurant by managing common customer inquiries and providing real-time support.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Greeting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Status Check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Product-Related FAQs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Conversation Closure</a:t>
            </a:r>
            <a:endParaRPr sz="1500"/>
          </a:p>
        </p:txBody>
      </p:sp>
      <p:pic>
        <p:nvPicPr>
          <p:cNvPr id="141" name="Google Shape;14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4125" y="1261775"/>
            <a:ext cx="3867648" cy="240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389750" y="747725"/>
            <a:ext cx="5648400" cy="80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2: </a:t>
            </a:r>
            <a:r>
              <a:rPr b="1" lang="e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Functionalities of the Chatbot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3128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Authentication &amp; Authorization: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registration and authentication.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Role-based access control for different user types.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Management: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 user dashboard for managing profiles.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Development: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●"/>
            </a:pPr>
            <a:r>
              <a:rPr b="1"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Functionalities: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 Status Tracking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 Reservations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 FAQs</a:t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○"/>
            </a:pPr>
            <a:r>
              <a:rPr lang="en" sz="1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Ticket Creation</a:t>
            </a:r>
            <a:endParaRPr sz="15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925" y="578200"/>
            <a:ext cx="2655125" cy="38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64590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3: Database Schema</a:t>
            </a:r>
            <a:endParaRPr/>
          </a:p>
        </p:txBody>
      </p:sp>
      <p:sp>
        <p:nvSpPr>
          <p:cNvPr id="154" name="Google Shape;154;p17"/>
          <p:cNvSpPr txBox="1"/>
          <p:nvPr>
            <p:ph idx="2" type="body"/>
          </p:nvPr>
        </p:nvSpPr>
        <p:spPr>
          <a:xfrm>
            <a:off x="466325" y="155060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Overview: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database is structured to support multiple functionalities.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Tables: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Users, Orders, Products, Support Tickets.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Constraints: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Ensure data consistency and proper relationships.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Relationship Explanation: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Describes how the tables link (e.g., Orders linked to Users, Products linked to Orders).</a:t>
            </a:r>
            <a:endParaRPr sz="1500"/>
          </a:p>
        </p:txBody>
      </p:sp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7475" y="927700"/>
            <a:ext cx="2018722" cy="328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4: Dialogflow Integration</a:t>
            </a:r>
            <a:endParaRPr/>
          </a:p>
        </p:txBody>
      </p:sp>
      <p:sp>
        <p:nvSpPr>
          <p:cNvPr id="161" name="Google Shape;161;p18"/>
          <p:cNvSpPr txBox="1"/>
          <p:nvPr>
            <p:ph idx="2" type="body"/>
          </p:nvPr>
        </p:nvSpPr>
        <p:spPr>
          <a:xfrm>
            <a:off x="819150" y="170630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Intents and Entities: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Intents: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Group user queries (e.g., order status, product inquiry).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Entities: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Extract specific details (e.g., product name, order ID).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Flow Design: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user input is mapped to chatbot actions.</a:t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819150" y="845600"/>
            <a:ext cx="74541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5: Chatbot Flow - Greeting &amp; Onboarding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 txBox="1"/>
          <p:nvPr>
            <p:ph idx="2" type="body"/>
          </p:nvPr>
        </p:nvSpPr>
        <p:spPr>
          <a:xfrm>
            <a:off x="819150" y="1706300"/>
            <a:ext cx="5859900" cy="1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Inputs: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“Hello,” “Hi,” “Hey”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“Hello! Welcome to [Restaurant Name]. How can I assist you today?”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Logic/Condition: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If no input after a few seconds, prompt user again.</a:t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 txBox="1"/>
          <p:nvPr>
            <p:ph type="title"/>
          </p:nvPr>
        </p:nvSpPr>
        <p:spPr>
          <a:xfrm>
            <a:off x="819150" y="845600"/>
            <a:ext cx="74541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6: Chatbot Flow - Main Menu / Intent Identification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 txBox="1"/>
          <p:nvPr>
            <p:ph idx="2" type="body"/>
          </p:nvPr>
        </p:nvSpPr>
        <p:spPr>
          <a:xfrm>
            <a:off x="819150" y="1706300"/>
            <a:ext cx="5859900" cy="1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Inputs: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“I want to check my order status,” “Product price?”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Chatbot Response: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Requests order ID or product details.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Logic: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Identifies the user's intent and routes them to the relevant flow (Order Status, Product Info, Support).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>
            <p:ph type="title"/>
          </p:nvPr>
        </p:nvSpPr>
        <p:spPr>
          <a:xfrm>
            <a:off x="819150" y="845600"/>
            <a:ext cx="74541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7: Order Status Flow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 txBox="1"/>
          <p:nvPr>
            <p:ph idx="2" type="body"/>
          </p:nvPr>
        </p:nvSpPr>
        <p:spPr>
          <a:xfrm>
            <a:off x="819150" y="1706300"/>
            <a:ext cx="6964500" cy="19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Asks for Details: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Order ID or email.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 Response: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Fetches and displays order status.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Next Steps: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User can end the conversation or ask another question.</a:t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819150" y="6799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8: Product Information Flow</a:t>
            </a:r>
            <a:endParaRPr/>
          </a:p>
        </p:txBody>
      </p:sp>
      <p:sp>
        <p:nvSpPr>
          <p:cNvPr id="185" name="Google Shape;185;p22"/>
          <p:cNvSpPr txBox="1"/>
          <p:nvPr>
            <p:ph idx="1" type="body"/>
          </p:nvPr>
        </p:nvSpPr>
        <p:spPr>
          <a:xfrm>
            <a:off x="819150" y="13128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1: Bot Requests Product Details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"Which product would you like to know more about?"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2: User Specifies Product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 want to know if the [Product Name] is in stock."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3: Bot Fetches Product Data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In Stock: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■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"The [Product Name] is currently available/in stock. It costs [Price]. Would you like to add it to your cart?"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3"/>
          <p:cNvSpPr txBox="1"/>
          <p:nvPr>
            <p:ph type="title"/>
          </p:nvPr>
        </p:nvSpPr>
        <p:spPr>
          <a:xfrm>
            <a:off x="819150" y="17570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2004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4: Confirmation &amp; Next Step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4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○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Possible User Responses: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39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Yes, add to my cart: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39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"Great! It’s in your cart. Anything else you need?" → Return to Main Menu or end conversation.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39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No, just checking: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0039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■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"Understood. Anything else I can help you with?" → Return to Main Menu.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855100" y="700475"/>
            <a:ext cx="7132500" cy="9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○"/>
            </a:pPr>
            <a:r>
              <a:rPr b="1" lang="en" sz="1600"/>
              <a:t>If Out of Stock:</a:t>
            </a:r>
            <a:endParaRPr b="1" sz="1600"/>
          </a:p>
          <a:p>
            <a:pPr indent="-3302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b="1" lang="en" sz="1600"/>
              <a:t>Bot:</a:t>
            </a:r>
            <a:r>
              <a:rPr lang="en" sz="1600"/>
              <a:t> "Currently, the [Product Name] is out of stock. Would you like me to notify you when it’s back?"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9: Technical Support Flow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630850" y="1387875"/>
            <a:ext cx="7505700" cy="28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1: Bot Gathers Issue Details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"Could you please describe the issue you're facing?"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2: User Describes the Issue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"My device won’t turn on."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3: Bot Troubleshoots or Escalates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"I’m sorry to hear that. Let’s try some basic troubleshooting steps. Have you tried resetting the device by holding the power button for 10 seconds?"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4: User Response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Resolved: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"Thanks, it works now!"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5"/>
          <p:cNvSpPr txBox="1"/>
          <p:nvPr>
            <p:ph idx="1" type="body"/>
          </p:nvPr>
        </p:nvSpPr>
        <p:spPr>
          <a:xfrm>
            <a:off x="638375" y="913350"/>
            <a:ext cx="7505700" cy="28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"Glad to hear! Anything else I can help with?" → Return to Main Menu or end conversation.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 Not Resolved: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"Still not working."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"I’ll create a support ticket for further assistance. Can you confirm your email address and preferred contact method?"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5: Bot Confirms Ticket Creation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"Your ticket has been created. Our support team will reach out within 24 hours. Is there anything else you need?" → Return to Main Menu or end conversation.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/>
          <p:nvPr>
            <p:ph type="title"/>
          </p:nvPr>
        </p:nvSpPr>
        <p:spPr>
          <a:xfrm>
            <a:off x="773950" y="514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10: Closing Conversation Flow</a:t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6"/>
          <p:cNvSpPr txBox="1"/>
          <p:nvPr>
            <p:ph idx="1" type="body"/>
          </p:nvPr>
        </p:nvSpPr>
        <p:spPr>
          <a:xfrm>
            <a:off x="713700" y="11675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1: User Possible Inputs: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"Bye"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"No, thank you"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"That’s all"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2: Chatbot Response: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"Thank you for chatting with us today! Have a great day!"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Step 3: Logic/Condition: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the user explicitly says goodbye or indicates no further questions, the chatbot will end the conversation gracefully.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type="title"/>
          </p:nvPr>
        </p:nvSpPr>
        <p:spPr>
          <a:xfrm>
            <a:off x="773950" y="5141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Slide 11: Error Handling &amp; Fallbacks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7"/>
          <p:cNvSpPr txBox="1"/>
          <p:nvPr>
            <p:ph idx="1" type="body"/>
          </p:nvPr>
        </p:nvSpPr>
        <p:spPr>
          <a:xfrm>
            <a:off x="713700" y="11675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Unrecognized Input: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“Sorry, I didn’t understand. Could you rephrase?”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Intents Detected: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Clarify which question to address first.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Invalid Input: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Handle misformatted data (e.g., invalid order ID).</a:t>
            </a:r>
            <a:endParaRPr sz="10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4951500" y="802450"/>
            <a:ext cx="3444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Slide 12: Future Work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17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625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Completing the remaining features and polishing the UI.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717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625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Plans to expand chatbot functionality (e.g., adding more intents, improving support features).</a:t>
            </a:r>
            <a:endParaRPr/>
          </a:p>
        </p:txBody>
      </p:sp>
      <p:pic>
        <p:nvPicPr>
          <p:cNvPr id="221" name="Google Shape;221;p28"/>
          <p:cNvPicPr preferRelativeResize="0"/>
          <p:nvPr/>
        </p:nvPicPr>
        <p:blipFill rotWithShape="1">
          <a:blip r:embed="rId3">
            <a:alphaModFix/>
          </a:blip>
          <a:srcRect b="12337" l="0" r="0" t="12344"/>
          <a:stretch/>
        </p:blipFill>
        <p:spPr>
          <a:xfrm>
            <a:off x="701875" y="540000"/>
            <a:ext cx="3594523" cy="406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